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MAYANK RAJPOOT</a:t>
            </a:r>
          </a:p>
          <a:p>
            <a:pPr>
              <a:spcBef>
                <a:spcPts val="1400"/>
              </a:spcBef>
              <a:defRPr sz="2400" b="1">
                <a:solidFill>
                  <a:srgbClr val="8B5CF6"/>
                </a:solidFill>
                <a:latin typeface="Arial"/>
              </a:defRPr>
            </a:pPr>
            <a:r>
              <a:t>Full Stack Developer Portfolio &amp; Technical Evaluation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Building modern web experiences, scalable applications and digital products.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892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📍 Location: Mathura, Uttar Pradesh, India   |   ✉️ Email: mayankrajpoot.dev@gmail.com</a:t>
            </a:r>
          </a:p>
          <a:p>
            <a:pPr>
              <a:spcBef>
                <a:spcPts val="800"/>
              </a:spcBef>
              <a:defRPr sz="1300">
                <a:solidFill>
                  <a:srgbClr val="06B6D4"/>
                </a:solidFill>
                <a:latin typeface="Arial"/>
              </a:defRPr>
            </a:pPr>
            <a:r>
              <a:t>🔗 GitHub: github.com/mayank995676/portfolio   |   🌐 Tech: React, Vite, Node.js, Express, 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CANDIDATE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About Mayank Rajpoot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Authentic engineering background, academic focus, and career objectives.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Arial"/>
              </a:defRPr>
            </a:pPr>
            <a:r>
              <a:t>PROFESSIONAL INTRODUCTION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Computer Science student and Full Stack Developer focused on building clean, accessible, and scalable digital solutions.</a:t>
            </a:r>
          </a:p>
          <a:p>
            <a:pPr>
              <a:spcBef>
                <a:spcPts val="1600"/>
              </a:spcBef>
              <a:defRPr sz="1200" b="1">
                <a:solidFill>
                  <a:srgbClr val="06B6D4"/>
                </a:solidFill>
                <a:latin typeface="Arial"/>
              </a:defRPr>
            </a:pPr>
            <a:r>
              <a:t>ACADEMIC FOUNDATION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B.Tech in Computer Science &amp; Engineering</a:t>
            </a:r>
            <a:br/>
            <a:r>
              <a:t>• Core Coursework: Data Structures &amp; Algorithms, Web Technologies, Database Management Systems, Software Engineering.</a:t>
            </a:r>
          </a:p>
          <a:p>
            <a:pPr>
              <a:spcBef>
                <a:spcPts val="1400"/>
              </a:spcBef>
              <a:defRPr sz="1300" b="1">
                <a:solidFill>
                  <a:srgbClr val="10B981"/>
                </a:solidFill>
                <a:latin typeface="Arial"/>
              </a:defRPr>
            </a:pPr>
            <a:r>
              <a:t>• Immediate Availability for Full Stack Developer Internships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256032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5+ Featured Projects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Full-Stack web applications, portals, and practical engineering solutions.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920240"/>
            <a:ext cx="256032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1031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18+ Core Technologies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Mastery across Frontend, Backend, Databases, and Developer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114800"/>
            <a:ext cx="256032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2976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100% Code Quality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Emphasis on semantic HTML5, Vanilla CSS tokens, and component reusability.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4114800"/>
            <a:ext cx="256032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42976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Mathura, India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Open to remote internships and on-site engineering relocation.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TECHNICAL COMPETENCY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Full Stack Skill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Hands-on capabilities categorized across the modern web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6032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Frontend Engineering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HTML5 (Semantic &amp; SEO)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CSS3 (Flexbox &amp; Grid)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JavaScript (ES6+, Async)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React.js (Hooks &amp; State)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56032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1488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Arial"/>
              </a:defRPr>
            </a:pPr>
            <a:r>
              <a:t>Backend Services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Node.js (Asynchronous I/O)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Express.js (REST Routing)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PHP (Server Scripting)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REST API Engineering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Payment Gateway 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256032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488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Programming &amp; DBs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Java (OOP &amp; Collections)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C &amp; C++ (Algorithms &amp; STL)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MongoDB (Document DB)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SQLite (Relational)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Firebase (Auth &amp; Firestore)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920240"/>
            <a:ext cx="256032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1488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Tools &amp; Best Practices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Git &amp; GitHub (Version Control)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VS Code &amp; Extensions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Responsive Mobile-First UI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Client Form Validation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Performance &amp; Lighthouse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FEATURED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Flagship Full Stack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Production-grade web solutions solving student housing and emergency blood matching.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Arial"/>
              </a:defRPr>
            </a:pPr>
            <a:r>
              <a:t>01. PG MITRA</a:t>
            </a:r>
          </a:p>
          <a:p>
            <a:pPr>
              <a:spcBef>
                <a:spcPts val="400"/>
              </a:spcBef>
              <a:defRPr sz="1200" b="1">
                <a:solidFill>
                  <a:srgbClr val="06B6D4"/>
                </a:solidFill>
                <a:latin typeface="Arial"/>
              </a:defRPr>
            </a:pPr>
            <a:r>
              <a:t>Student Accommodation &amp; PG Discovery Platform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Problem Solved: Eliminates student brokerage exploitation and unverified hostels.</a:t>
            </a:r>
            <a:br/>
            <a:r>
              <a:t>• Core Features: Room search, real-time booking, referral reward incentives, and verified student community hub.</a:t>
            </a:r>
            <a:br/>
            <a:r>
              <a:t>• Architecture: React SPA frontend + Express/Node.js REST API + MongoDB.</a:t>
            </a:r>
          </a:p>
          <a:p>
            <a:pPr>
              <a:spcBef>
                <a:spcPts val="14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Tech Stack: React.js | Node.js | Express | MongoDB | REST APIs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02. FINDMYBLOOD</a:t>
            </a:r>
          </a:p>
          <a:p>
            <a:pPr>
              <a:spcBef>
                <a:spcPts val="400"/>
              </a:spcBef>
              <a:defRPr sz="1200" b="1">
                <a:solidFill>
                  <a:srgbClr val="8B5CF6"/>
                </a:solidFill>
                <a:latin typeface="Arial"/>
              </a:defRPr>
            </a:pPr>
            <a:r>
              <a:t>Emergency Blood Donation &amp; Donor Network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Problem Solved: High-urgency hospital blood shortages and delay in locating matched blood donors.</a:t>
            </a:r>
            <a:br/>
            <a:r>
              <a:t>• Core Features: Blood group compatibility radar, rapid emergency alert broadcast, donor registration, privacy-shielded calling.</a:t>
            </a:r>
            <a:br/>
            <a:r>
              <a:t>• Architecture: Location-based querying algorithm with responsive high-urgency mobile UI.</a:t>
            </a:r>
          </a:p>
          <a:p>
            <a:pPr>
              <a:spcBef>
                <a:spcPts val="14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Tech Stack: React.js | Node.js | Express | MongoDB | Geolocation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DIVERSE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Web Apps, AI Concepts &amp; Digital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Demonstrating adaptability across Next.js, AI workflows, and business architectures.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03. PantryPal</a:t>
            </a:r>
          </a:p>
          <a:p>
            <a:pPr>
              <a:spcBef>
                <a:spcPts val="3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Smart Kitchen &amp; Food Manager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Real-time food expiration tracker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Zero-waste recipe suggestion engine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Dynamic pantry inventory dashboard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Tech: Next.js, Tailwind CSS, REST APIs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2900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4884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04. SafeBite</a:t>
            </a:r>
          </a:p>
          <a:p>
            <a:pPr>
              <a:spcBef>
                <a:spcPts val="3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AI Food &amp; Plant Safety Concept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Evaluates toxicity risks for pets &amp; humans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Instant hazard classification HUD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Actionable emergency care instructions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Tech: React.js, AI API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2900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4884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05. Kiddy Solutions</a:t>
            </a:r>
          </a:p>
          <a:p>
            <a:pPr>
              <a:spcBef>
                <a:spcPts val="300"/>
              </a:spcBef>
              <a:defRPr sz="1100" b="1">
                <a:solidFill>
                  <a:srgbClr val="94A3B8"/>
                </a:solidFill>
                <a:latin typeface="Arial"/>
              </a:defRPr>
            </a:pPr>
            <a:r>
              <a:t>Digital Solutions Business Platform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Bespoke commercial web engineering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SEO-optimized semantic layout (95+ score)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Integrated quote inquiry workflows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Tech: HTML5, CSS3, JavaScript, PHP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ENGINEERING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Production-Ready Frontend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Demonstrating core frontend fundamentals evaluated in technical internships.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5780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01. Semantic &amp; Accessible HTML5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Proper structural tags (&lt;header&gt;, &lt;main&gt;, &lt;article&gt;, &lt;section&gt;, &lt;nav&gt;, &lt;footer&gt;) coupled with ARIA attributes and full keyboard accessibility.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25780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Arial"/>
              </a:defRPr>
            </a:pPr>
            <a:r>
              <a:t>02. Pure Vanilla CSS Design System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Zero-dependency CSS custom properties (:root) powering glassmorphism, responsive CSS grid, flexbox, and smooth micro-animations without bloated CSS libraries.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5780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4340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03. Clean React Component Hierarchy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Modular, decoupled components (Navbar, Hero, About, Skills, Projects, Modal, Contact, Footer) facilitating easy maintenance and high testability.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14800"/>
            <a:ext cx="525780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4340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04. Strict Client-Side Form Validation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Real-time RFC email validation, character length constraints, dynamic error states, and local sanitization ensuring high form security.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CONCLUSION &amp;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Ready for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Complete code repository, documentation, and contact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984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Arial"/>
              </a:defRPr>
            </a:pPr>
            <a:r>
              <a:t>OFFICIAL LINKS &amp; CONTACT</a:t>
            </a:r>
          </a:p>
          <a:p>
            <a:pPr>
              <a:spcBef>
                <a:spcPts val="1200"/>
              </a:spcBef>
              <a:defRPr sz="1400" b="1">
                <a:solidFill>
                  <a:srgbClr val="06B6D4"/>
                </a:solidFill>
                <a:latin typeface="Arial"/>
              </a:defRPr>
            </a:pPr>
            <a:r>
              <a:t>• GitHub Repository: https://github.com/mayank995676/portfolio</a:t>
            </a:r>
          </a:p>
          <a:p>
            <a:pPr>
              <a:spcBef>
                <a:spcPts val="12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Developer Contact: mayankrajpoot.dev@gmail.com</a:t>
            </a:r>
          </a:p>
          <a:p>
            <a:pPr>
              <a:spcBef>
                <a:spcPts val="12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Location: Mathura, Uttar Pradesh, India</a:t>
            </a:r>
          </a:p>
          <a:p>
            <a:pPr>
              <a:spcBef>
                <a:spcPts val="1200"/>
              </a:spcBef>
              <a:defRPr sz="1400" b="1">
                <a:solidFill>
                  <a:srgbClr val="10B981"/>
                </a:solidFill>
                <a:latin typeface="Arial"/>
              </a:defRPr>
            </a:pPr>
            <a:r>
              <a:t>• Role Sought: Full Stack Developer Intern / Junior Software Engineer</a:t>
            </a:r>
          </a:p>
          <a:p>
            <a:pPr>
              <a:spcBef>
                <a:spcPts val="1200"/>
              </a:spcBef>
              <a:defRPr sz="1400" b="1">
                <a:solidFill>
                  <a:srgbClr val="94A3B8"/>
                </a:solidFill>
                <a:latin typeface="Arial"/>
              </a:defRPr>
            </a:pPr>
            <a:r>
              <a:t>• Deployment Readiness: Vite Production Build (dist/), vercel.json &amp; netlify.toml configurations included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